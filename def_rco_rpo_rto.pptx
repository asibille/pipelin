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57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728876-EA03-7C7B-E773-F74080217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43A507-00C6-07A1-E39A-1A9B4AE20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FD4E72-AFF2-DE45-9225-8922F4A4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5CDE1E-E5EE-801B-64D1-8A530E86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F81B67-D6FF-B013-B549-D8B7F34B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DEABA7-F687-0086-4646-73A699FD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920E34-4105-22A3-472A-6E96039AF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CC09FD-9DF3-BCF3-219C-C03C422E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1B0F97-CE7B-BA2C-3B12-1A151470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6253B7-02E8-4E13-DF96-EEAE839C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54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1B83AC-BB36-6DAA-6D7D-F763B951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212C5E-EFC5-4188-32FD-AF49FC011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8835D9-1632-D8E3-2F0B-18846849A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1A97CC-9856-24F3-0186-873F1168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B0100D-F75E-04F7-4606-805E3784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233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2F4F54-8A9A-1231-5102-4D2DC18B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D2A9D4-386D-6913-C774-D00FAA24B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961346-064C-575C-3066-0F57184C2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08637F-E7C2-DE22-09BE-2B394C270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73CB5C-C6B0-6CCC-315B-D2645FC6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EB0EC4-ACE2-09D4-A026-8AF2C1B8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22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8997E1-002A-7EF8-753F-1F1080E36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96DB19-F672-C7AA-A9F0-FADE3C688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BFE418-5963-BD33-3DE2-4FD10DA49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8BF684-63E1-7380-47F3-16926E9219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B4C7F1-A251-C5F1-F1D9-E2F4AE7E9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574C332-2D4D-A0A0-9B6C-6FAE24B3A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4367A8B-152C-DFF8-BCCD-5B898408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17D1863-664B-200D-F802-292BC1210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210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CB50F8-92DD-030A-B4EA-BF605D10C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8371755-7AA7-1368-FFB6-F18CBE62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CFF3ECC-A2AE-962A-034A-A62A1CBAC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CF9192-6A7B-5BBF-D5A3-39931080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20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7204229-CAD5-0B32-DC8F-F82967A2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1D64FD2-88DA-CE30-841E-17488E47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6E6015-88D3-1260-F97F-81F6EADD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67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D2921B-E101-93E0-C912-C6A189D6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938537-08F2-396F-4B4E-83466B369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678AD59-C3AE-DA98-E0C9-49A9CF6E3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A00E9A6-E548-A232-3A6B-E409080F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1991FC-7216-2D9B-10BA-1CADADA4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4941AC-9C60-0555-F274-9551FF82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979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80313B-B7A7-5681-7036-67C7C73E9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2533788-68F0-1FE9-FF11-6CD839826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BFBFAE-EADB-55F3-DCA3-F379C048F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2BC785-B0FE-1286-F5F2-E49841E7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494848-F8EA-3BC0-E466-A3C6772C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8D8E788-8CFB-958D-70A2-0BBFEC57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097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60877D-4E4B-B84D-6F4B-1BA4BFCE1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7C185B0-C8A1-565E-D838-3D5FBC1E8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B6BF98-7168-126B-2676-BBD826580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0443E6-F144-38F4-7457-B584D3A7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1BDD84-AADB-B293-DE27-58FB6B89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8384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CAFD08-E9A4-013C-3E48-87E56ECC3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48C50F9-2D08-5041-E16C-F44BF0393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2A2DB7-5B3E-9A68-EA8B-17929BAD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971A7A-32E7-DE72-69BC-6689A9CF2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418CCB-4B25-D2C5-E526-130DB33B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496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128CD4D-498E-22E0-2730-36F2644C1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98FDB4-3A00-018B-47CA-9BC0CCAF9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B8624F-601A-47CC-EBA7-AAEE070B9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F0F984-557B-4433-84C6-B4E0009CA9AE}" type="datetimeFigureOut">
              <a:rPr lang="fr-FR" smtClean="0"/>
              <a:t>06/02/2026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5FF7B9-6031-B602-BEAE-D3F2FF337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D0FAB-BB2E-2A4D-62DC-2CFAB33EE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FF77A-C9D9-41EA-8C72-90B4E9462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15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F663A0-51F1-7946-FCB7-35E2153297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GROUPE : AXEL SIBILLE ET TANGUY MERCIER</a:t>
            </a:r>
          </a:p>
        </p:txBody>
      </p:sp>
    </p:spTree>
    <p:extLst>
      <p:ext uri="{BB962C8B-B14F-4D97-AF65-F5344CB8AC3E}">
        <p14:creationId xmlns:p14="http://schemas.microsoft.com/office/powerpoint/2010/main" val="368463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3BDE5-F88E-EE6C-862C-101E1BE5A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CE9165-26F6-AB76-8D88-F296596EB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Recovery</a:t>
            </a:r>
            <a:r>
              <a:rPr lang="fr-FR" dirty="0"/>
              <a:t> Time Objective (RTO)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762239-FA9A-CC50-286C-59848C8C5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Cela fait souvent référence au temps pendant lequel une application, un système et/ou un processus peut être en panne sans causer de dommages importants à l'entreprise, ainsi qu'au temps passé à restaurer l'application et ses données.</a:t>
            </a:r>
          </a:p>
        </p:txBody>
      </p:sp>
    </p:spTree>
    <p:extLst>
      <p:ext uri="{BB962C8B-B14F-4D97-AF65-F5344CB8AC3E}">
        <p14:creationId xmlns:p14="http://schemas.microsoft.com/office/powerpoint/2010/main" val="2408247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3E489-D8C9-004E-A1FA-47D436A16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09F3D8-F127-9491-C636-A1EC5C8A7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Recovery</a:t>
            </a:r>
            <a:r>
              <a:rPr lang="fr-FR" dirty="0"/>
              <a:t> Point Objective (RPO)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2342FA-E3D7-EE3E-E51E-BFCC1CC61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Cela fait généralement référence à la quantité de données qui peuvent être perdues au cours de la période la plus opportune pour une entreprise, avant qu'un préjudice important ne se produise, à partir d'un événement critique jusqu'à la sauvegarde la plus précédente.</a:t>
            </a:r>
          </a:p>
        </p:txBody>
      </p:sp>
    </p:spTree>
    <p:extLst>
      <p:ext uri="{BB962C8B-B14F-4D97-AF65-F5344CB8AC3E}">
        <p14:creationId xmlns:p14="http://schemas.microsoft.com/office/powerpoint/2010/main" val="210694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2D74C-5391-1200-FAD0-FD23DDF4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Recovery</a:t>
            </a:r>
            <a:r>
              <a:rPr lang="fr-FR" dirty="0"/>
              <a:t> </a:t>
            </a:r>
            <a:r>
              <a:rPr lang="fr-FR" dirty="0" err="1"/>
              <a:t>Consistency</a:t>
            </a:r>
            <a:r>
              <a:rPr lang="fr-FR" dirty="0"/>
              <a:t> Objective (RCO)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6DC37F-9FAD-BC40-BEE3-55F5CB064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objectif visant à garantir que les informations critiques et les processus métiers sont restaurés de manière exacte et complète, sans perte de données significative ni incohérences susceptibles de compromettre l’intégrité opérationnelle.</a:t>
            </a:r>
          </a:p>
        </p:txBody>
      </p:sp>
    </p:spTree>
    <p:extLst>
      <p:ext uri="{BB962C8B-B14F-4D97-AF65-F5344CB8AC3E}">
        <p14:creationId xmlns:p14="http://schemas.microsoft.com/office/powerpoint/2010/main" val="1821469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735F98-602A-5B09-4F22-98A21ACF9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Exemple: d’une entreprise suite a une cyberattaque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AFB3BF-D7E8-C3D5-3B9E-78BF610CE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1800" dirty="0"/>
              <a:t>Exemple RTO : L’entreprise fixe un RTO de 4 heures.</a:t>
            </a:r>
          </a:p>
          <a:p>
            <a:pPr marL="0" indent="0">
              <a:buNone/>
            </a:pPr>
            <a:r>
              <a:rPr lang="fr-FR" sz="1800" dirty="0"/>
              <a:t>Cela signifie que :</a:t>
            </a:r>
          </a:p>
          <a:p>
            <a:r>
              <a:rPr lang="fr-FR" sz="1800" dirty="0"/>
              <a:t>Le site doit être remis en ligne dans les 4 heures maximum</a:t>
            </a:r>
          </a:p>
          <a:p>
            <a:r>
              <a:rPr lang="fr-FR" sz="1800" dirty="0"/>
              <a:t>Au-delà, l’impact devient critique (perte clients, image)</a:t>
            </a:r>
            <a:br>
              <a:rPr lang="fr-FR" sz="1800" dirty="0"/>
            </a:br>
            <a:endParaRPr lang="fr-FR" dirty="0"/>
          </a:p>
          <a:p>
            <a:r>
              <a:rPr lang="fr-FR" sz="1800" dirty="0"/>
              <a:t>Exemple RPO : L’entreprise fixe un RPO de 1 heure.</a:t>
            </a:r>
          </a:p>
          <a:p>
            <a:pPr marL="0" indent="0">
              <a:buNone/>
            </a:pPr>
            <a:r>
              <a:rPr lang="fr-FR" sz="1800" dirty="0"/>
              <a:t>Cela signifie que :</a:t>
            </a:r>
          </a:p>
          <a:p>
            <a:r>
              <a:rPr lang="fr-FR" sz="1800" dirty="0"/>
              <a:t>Les sauvegardes sont faites toutes les heures</a:t>
            </a:r>
          </a:p>
          <a:p>
            <a:r>
              <a:rPr lang="fr-FR" sz="1800" dirty="0"/>
              <a:t>En cas d’incident, on peut perdre au maximum 1 heure de commandes</a:t>
            </a:r>
          </a:p>
          <a:p>
            <a:endParaRPr lang="fr-FR" sz="1800" dirty="0"/>
          </a:p>
          <a:p>
            <a:r>
              <a:rPr lang="fr-FR" sz="1800" dirty="0"/>
              <a:t>Exemple RCO : L’entreprise fixe un RCO de 60 %.</a:t>
            </a:r>
          </a:p>
          <a:p>
            <a:pPr marL="0" indent="0">
              <a:buNone/>
            </a:pPr>
            <a:r>
              <a:rPr lang="fr-FR" sz="1800" dirty="0"/>
              <a:t>Cela signifie que :</a:t>
            </a:r>
          </a:p>
          <a:p>
            <a:r>
              <a:rPr lang="fr-FR" sz="1800" dirty="0"/>
              <a:t>Après redémarrage, le site doit supporter au moins 60 % du trafic normal</a:t>
            </a:r>
          </a:p>
          <a:p>
            <a:r>
              <a:rPr lang="fr-FR" sz="1800" dirty="0"/>
              <a:t>Même si toutes les fonctionnalités ne sont pas encore optimales</a:t>
            </a:r>
          </a:p>
          <a:p>
            <a:endParaRPr lang="fr-FR" sz="1800" dirty="0"/>
          </a:p>
          <a:p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6831049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Grand écran</PresentationFormat>
  <Paragraphs>21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GROUPE : AXEL SIBILLE ET TANGUY MERCIER</vt:lpstr>
      <vt:lpstr>Recovery Time Objective (RTO)</vt:lpstr>
      <vt:lpstr>Recovery Point Objective (RPO)</vt:lpstr>
      <vt:lpstr>Recovery Consistency Objective (RCO)</vt:lpstr>
      <vt:lpstr>Exemple: d’une entreprise suite a une cyberattaque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Axel SIBILLE</dc:creator>
  <cp:lastModifiedBy>Axel SIBILLE</cp:lastModifiedBy>
  <cp:revision>5</cp:revision>
  <dcterms:created xsi:type="dcterms:W3CDTF">2026-02-06T13:46:29Z</dcterms:created>
  <dcterms:modified xsi:type="dcterms:W3CDTF">2026-02-06T14:09:08Z</dcterms:modified>
</cp:coreProperties>
</file>